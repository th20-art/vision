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Comment fonctionne l'IA de Miroir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850392"/>
            <a:ext cx="1883664" cy="2825496"/>
          </a:xfrm>
          <a:prstGeom prst="roundRect">
            <a:avLst>
              <a:gd name="adj" fmla="val 8000"/>
            </a:avLst>
          </a:prstGeom>
          <a:solidFill>
            <a:srgbClr val="7C3AED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664208" cy="2606040"/>
          </a:xfrm>
          <a:prstGeom prst="roundRect">
            <a:avLst>
              <a:gd name="adj" fmla="val 7000"/>
            </a:avLst>
          </a:prstGeom>
          <a:solidFill>
            <a:srgbClr val="16213E"/>
          </a:solidFill>
          <a:ln w="1905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16642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1664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19" y="2093976"/>
            <a:ext cx="1024129" cy="0"/>
          </a:xfrm>
          <a:prstGeom prst="line">
            <a:avLst/>
          </a:prstGeom>
          <a:ln w="9525">
            <a:solidFill>
              <a:srgbClr val="1E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148840"/>
            <a:ext cx="1664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Détection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587752"/>
            <a:ext cx="15179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7A8BA0"/>
                </a:solidFill>
                <a:latin typeface="Calibri"/>
              </a:rPr>
              <a:t>Page produit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7A8BA0"/>
                </a:solidFill>
                <a:latin typeface="Calibri"/>
              </a:rPr>
              <a:t>ou média détectée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960120"/>
            <a:ext cx="1664208" cy="2606040"/>
          </a:xfrm>
          <a:prstGeom prst="roundRect">
            <a:avLst>
              <a:gd name="adj" fmla="val 7000"/>
            </a:avLst>
          </a:prstGeom>
          <a:solidFill>
            <a:srgbClr val="16213E"/>
          </a:solidFill>
          <a:ln w="1905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161288"/>
            <a:ext cx="16642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764792"/>
            <a:ext cx="1664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26664" y="2093976"/>
            <a:ext cx="1024128" cy="0"/>
          </a:xfrm>
          <a:prstGeom prst="line">
            <a:avLst/>
          </a:prstGeom>
          <a:ln w="9525">
            <a:solidFill>
              <a:srgbClr val="1E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06624" y="2148840"/>
            <a:ext cx="1664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2587752"/>
            <a:ext cx="15179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7A8BA0"/>
                </a:solidFill>
                <a:latin typeface="Calibri"/>
              </a:rPr>
              <a:t>Ambitions · Passions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7A8BA0"/>
                </a:solidFill>
                <a:latin typeface="Calibri"/>
              </a:rPr>
              <a:t>Historique décisions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3168" y="960120"/>
            <a:ext cx="1664208" cy="2606040"/>
          </a:xfrm>
          <a:prstGeom prst="roundRect">
            <a:avLst>
              <a:gd name="adj" fmla="val 7000"/>
            </a:avLst>
          </a:prstGeom>
          <a:solidFill>
            <a:srgbClr val="1E0F3A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161288"/>
            <a:ext cx="16642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764792"/>
            <a:ext cx="1664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93208" y="2093976"/>
            <a:ext cx="1024128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73168" y="2148840"/>
            <a:ext cx="1664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Claude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87752"/>
            <a:ext cx="15179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C4B5FD"/>
                </a:solidFill>
                <a:latin typeface="Calibri"/>
              </a:rPr>
              <a:t>Claude Sonnet 4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C4B5FD"/>
                </a:solidFill>
                <a:latin typeface="Calibri"/>
              </a:rPr>
              <a:t>Prompt personnalisé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C4B5FD"/>
                </a:solidFill>
                <a:latin typeface="Calibri"/>
              </a:rPr>
              <a:t>Cache activé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9712" y="960120"/>
            <a:ext cx="1664208" cy="2606040"/>
          </a:xfrm>
          <a:prstGeom prst="roundRect">
            <a:avLst>
              <a:gd name="adj" fmla="val 7000"/>
            </a:avLst>
          </a:prstGeom>
          <a:solidFill>
            <a:srgbClr val="16213E"/>
          </a:solidFill>
          <a:ln w="1905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1161288"/>
            <a:ext cx="16642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1764792"/>
            <a:ext cx="16642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9752" y="2093976"/>
            <a:ext cx="1024128" cy="0"/>
          </a:xfrm>
          <a:prstGeom prst="line">
            <a:avLst/>
          </a:prstGeom>
          <a:ln w="9525">
            <a:solidFill>
              <a:srgbClr val="1E4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39712" y="2148840"/>
            <a:ext cx="16642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2587752"/>
            <a:ext cx="15179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7A8BA0"/>
                </a:solidFill>
                <a:latin typeface="Calibri"/>
              </a:rPr>
              <a:t>Bon / Attention / Danger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7A8BA0"/>
                </a:solidFill>
                <a:latin typeface="Calibri"/>
              </a:rPr>
              <a:t>+ 3 alternatives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40864" y="2263140"/>
            <a:ext cx="310896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15184" y="2144268"/>
            <a:ext cx="2011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07408" y="2263140"/>
            <a:ext cx="310896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81728" y="2144268"/>
            <a:ext cx="2011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73952" y="2263140"/>
            <a:ext cx="310896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48272" y="2144268"/>
            <a:ext cx="2011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6B35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5A6478"/>
                </a:solidFill>
                <a:latin typeface="Calibri"/>
              </a:rPr>
              <a:t>✨  L'IA s'améliore automatiquement grâce à l'historique de tes décisions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1A1A2E"/>
                </a:solidFill>
                <a:latin typeface="Calibri"/>
              </a:rPr>
              <a:t>miroir — consommer avec intention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